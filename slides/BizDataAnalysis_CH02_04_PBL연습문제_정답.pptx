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c1f3cdf-14d5-6755-0194-b7a799e13a27}">
          <p14:sldIdLst>
            <p14:sldId id="256"/>
            <p14:sldId id="257"/>
          </p14:sldIdLst>
        </p14:section>
        <p14:section name="1. 리스트" id="{8ba05bc6-ab2b-8099-dae1-78acb195d16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2. 튜플" id="{5bd60090-02ad-042d-cbf3-40cbbbd9fa68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3. 딕셔너리" id="{131d2dab-5b64-979e-24c6-a595c7533d47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4. 집합" id="{030e87f3-a273-5b5e-1153-c14ec44714e2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5. 변수" id="{1305accf-fd56-9bb3-876b-4f340b7c0938}">
          <p14:sldIdLst>
            <p14:sldId id="311"/>
            <p14:sldId id="312"/>
            <p14:sldId id="313"/>
            <p14:sldId id="314"/>
          </p14:sldIdLst>
        </p14:section>
        <p14:section name="마무리" id="{60d37ea2-7be4-cf6a-c77e-1170f42f8aa4}">
          <p14:sldIdLst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변수와 데이터 유형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 —  정답 · 해설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· 해설 활용법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먼저 풀기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학생용 파일로 직접 풀어 본 뒤에 정답을 확인해요.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4858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399178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205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205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39258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비교하기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코드와 정답 코드를 비교 — 다른 방법도 정답일 수 있어요!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38237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2557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5437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95437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52637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 읽기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왜 그 메서드인지, 비슷한 오답은 무엇인지 확인해요.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5746" y="3520440"/>
            <a:ext cx="731520" cy="73152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626" y="37033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800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(list)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번호 붙은 서랍장 — 18문제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922971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92917" y="3520440"/>
            <a:ext cx="731520" cy="73152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97" y="37033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2922971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(tuple)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3014411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봉인된 도시락 — 6문제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160142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730088" y="3520440"/>
            <a:ext cx="731520" cy="73152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370332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160142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(dict)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5251582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사전 — 13문제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397313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967259" y="3520440"/>
            <a:ext cx="731520" cy="73152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3703320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397313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(set)</a:t>
            </a:r>
            <a:endParaRPr lang="en-US" sz="1700" dirty="0"/>
          </a:p>
        </p:txBody>
      </p:sp>
      <p:sp>
        <p:nvSpPr>
          <p:cNvPr id="41" name="Text 35"/>
          <p:cNvSpPr txBox="1"/>
          <p:nvPr/>
        </p:nvSpPr>
        <p:spPr>
          <a:xfrm>
            <a:off x="7488753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중복 없는 출석부 — 8문제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9634484" y="3337560"/>
            <a:ext cx="1871411" cy="2011680"/>
          </a:xfrm>
          <a:prstGeom prst="roundRect">
            <a:avLst>
              <a:gd name="adj" fmla="val 5863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204430" y="3520440"/>
            <a:ext cx="731520" cy="7315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310" y="370332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634484" y="4343400"/>
            <a:ext cx="1871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· 함수</a:t>
            </a:r>
            <a:endParaRPr lang="en-US" sz="1700" dirty="0"/>
          </a:p>
        </p:txBody>
      </p:sp>
      <p:sp>
        <p:nvSpPr>
          <p:cNvPr id="46" name="Text 39"/>
          <p:cNvSpPr txBox="1"/>
          <p:nvPr/>
        </p:nvSpPr>
        <p:spPr>
          <a:xfrm>
            <a:off x="9725924" y="4754880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과 def — 2문제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기억하기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정답은 하나가 아니에요. 같은 결과가 나오는 다른 방법도 함께 적어 두었어요.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(list)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번호 붙은 서랍장 — 18문제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리스트는 변경할 수 있을까?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인덱싱 · 슬라이싱으로 꺼내기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슬라이싱 연습 — 앞부분 · 뒷부분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Q18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리스트 (list)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arr[1]  arr[-1]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1번 칸 · 마지막 칸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arr[2:5]  arr[:4]  arr[3:]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2~4번 · 처음~3번 · 3번~끝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간격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arr[1:4:2]  arr[::3]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2칸씩 · 3칸씩 건너뛰기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append(x)  insert(i, x)  extend(목록)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끝에 1개 · i번 자리 · 여러 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  pop(i)  remove(x)  del arr[i]  clear()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 · i번 · 값 x · 번호(범위) · 전부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정렬 · 세기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sort()  sort(reverse=True)  index(x)  count(x)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오름 · 내림 · 위치 · 개수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리스트는 변경할 수 있을까?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리스트 특징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파이썬에서 리스트(list)의 데이터는 변경이 가능하다.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① Yes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58775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 = 99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39128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66674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421538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1228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459943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[99, 20, 30]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5120640"/>
            <a:ext cx="487649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120640"/>
            <a:ext cx="4419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리스트는 '변경 가능(mutable)' — 값 바꾸기 · 추가 · 삭제가 모두 됩니다. (튜플은 불가)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인덱싱 · 슬라이싱으로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3개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[4, 8, 12, 16, 20, 24, 28]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16, 20]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(arr[1])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(arr[5])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(arr[2:5])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3438144"/>
            <a:ext cx="4876495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822192"/>
            <a:ext cx="45107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16, 20]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29400" y="4818888"/>
            <a:ext cx="4876495" cy="1399032"/>
          </a:xfrm>
          <a:prstGeom prst="roundRect">
            <a:avLst>
              <a:gd name="adj" fmla="val 7843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4818888"/>
            <a:ext cx="441929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 → 1번,  24 → 5번 (arr[-2] 도 정답),  [12, 16, 20] → 2 · 3 · 4번이니 arr[2:5]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슬라이싱 연습 — 앞부분 · 뒷부분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3개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50, 60, 70, 80]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[30, 40, 50]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[40, 50, 60, 70, 80]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(arr[2:5])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(arr[:4])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(arr[3:])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3438144"/>
            <a:ext cx="4876495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822192"/>
            <a:ext cx="45107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[30, 40, 50]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[40, 50, 60, 70, 80]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29400" y="4818888"/>
            <a:ext cx="4876495" cy="1399032"/>
          </a:xfrm>
          <a:prstGeom prst="roundRect">
            <a:avLst>
              <a:gd name="adj" fmla="val 7843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4818888"/>
            <a:ext cx="441929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arr[:4] = 처음 ~ 3번,  arr[3:] = 3번 ~ 끝.  arr[0:4] · arr[3:8] 로 써도 같은 결과!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간격(step) 슬라이싱 [시작:끝:간격]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슬라이싱 심화 (간격)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2개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[5, 10, 15, 25, 30, 35, 40]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25, 40]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(arr[1:4:2])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(arr[::3])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 25, 40]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306824"/>
            <a:ext cx="4876495" cy="1911096"/>
          </a:xfrm>
          <a:prstGeom prst="roundRect">
            <a:avLst>
              <a:gd name="adj" fmla="val 574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306824"/>
            <a:ext cx="4419295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arr[1:4:2] → 1번부터 2칸씩: 1, 3번 = 10, 25.   arr[::3] → 처음부터 끝까지 3칸씩: 0, 3, 6번 = 5, 25, 40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del 로 여러 칸 지우기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(del 명령)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50, 60, 70]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70]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arr[1:6]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70]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del arr[1:6] → 1 ~ 5번(20 ~ 60) 삭제. 끝 번호 6 은 '포함 안 됨' 이 핵심.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맨 끝에 추가하기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④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arr.append(40)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append(값) 은 맨 끝에 1개 추가.  arr.insert(3, 40) 도 같은 결과지만 append 가 가장 간단!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pop( ) — 맨 끝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(pop 메서드)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arr.pop()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pop( ) 은 번호가 없으면 맨 끝(50)을 꺼내요. x = arr.pop() 처럼 꺼낸 값을 받아 쓸 수도 있어요.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pop(번호) — 원하는 칸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(pop 메서드)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arr.pop(2)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 은 2번 칸 → pop(2).  pop 은 '번호', remove 는 '값' 기준이에요.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Q9.  값의 위치 찾기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변수에서 37의 위치를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[13, 12, 30, 41, 15, 24, 19, 23, 28,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20, 31, 37, 33, 43, 54, 51, 40]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(arr.index(37))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index(값) 은 위치 번호를 돌려줘요. 0부터 세므로 12번째 값의 번호는 11.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Q10.  원하는 자리에 끼워 넣기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③ 삽입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 25를 삽입하여 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16966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51713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0118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25, 30, 40]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arr.insert(2, 25)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25, 30, 40]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insert(2, 25) → 2번 자리에 25 가 들어가고 30, 40 은 한 칸씩 뒤로 밀려요.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Q11.  다른 리스트를 이어 붙이기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5303" y="256032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5303" y="25603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④ 추가 · ⑧ 합치기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변수에 add 변수의 데이터를 추가하여 아래와 같이 출력 결과가 표시되도록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= [60, 70]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46227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809744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901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93792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40, 50, 60, 70]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arr.extend(add)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30, 40, 50, 60, 70]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extend(add) 는 값을 하나씩 이어 붙여요.  arr = arr + add 도 정답!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Q12.  오름차순 정렬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⑥ 정렬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데이터를 오름차순으로 정렬되어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12, 30, 41, 15, 24, 19,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31, 33, 43, 54, 40]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arr.sort()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[12, 13, 15, 19, 20, 23, 24, 28, 30,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31, 33, 37, 40, 41, 43, 51, 54]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9400" y="4306824"/>
            <a:ext cx="4876495" cy="1911096"/>
          </a:xfrm>
          <a:prstGeom prst="roundRect">
            <a:avLst>
              <a:gd name="adj" fmla="val 574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306824"/>
            <a:ext cx="4419295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sort( ) 는 원본 자체를 정렬해요. 원본을 지키려면 print(sorted(arr))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Q13.  내림차순 정렬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⑥ 정렬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데이터를 내림차순 정렬되어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12, 30, 41, 15, 24, 19,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31, 33, 43, 54, 40]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arr.sort(reverse=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[54, 51, 43, 41, 40, 37, 33, 31, 30,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28, 24, 23, 20, 19, 15, 13, 12]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9400" y="4306824"/>
            <a:ext cx="4876495" cy="1911096"/>
          </a:xfrm>
          <a:prstGeom prst="roundRect">
            <a:avLst>
              <a:gd name="adj" fmla="val 574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306824"/>
            <a:ext cx="4419295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sort(reverse=True) = 큰 수부터.  reverse( ) 는 정렬 없이 순서만 뒤집으니 오답!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Q14.  개수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⑨ 개수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데이터에서 13이 몇 개 있는지 개수가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[37, 13, 51, 13, 30, 13, 15, 24, 13,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23, 28, 20, 13, 33, 43, 13, 40]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(arr.count(13))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count(값) 은 그 값이 몇 번 나오는지 세어 줘요. len(arr) 은 전체 개수(17)이니 헷갈리지 않기!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Q15.  값으로 삭제하기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데이터에서 30을 삭제하여 출력되도록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arr.remove(30)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40, 50]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remove(30) — 값 기준 삭제.  arr.pop(2) · del arr[2] 도 결과는 같지만 '30을 삭제' 라는 뜻엔 remove 가 딱!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Q16.  두 리스트 결합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87407" y="256032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87407" y="25603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⑧ 합치기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같은 결과가 출력되도록 두 리스트를 결합하는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arr1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arr2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18795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535424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919472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'b', 'c', 'd', 'e', 'f', 'g']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(arr1 + arr2)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'b', 'c', 'd', 'e', 'f', 'g']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는 새 리스트를 만들어요.  arr1.extend(arr2) 후 print(arr1) 도 정답.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Q17.  전부 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3.2 ⑤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 전체가 삭제되도록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arr.clear()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clear( ) 는 리스트는 남기고 내용만 비워요 → [ ].  del arr 는 변수 자체를 지워서 print 하면 NameError!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1. 리스트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Q18.  데이터 형식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2.1 데이터 타입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 변수의 데이터 형식을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[10, 20, 30, 40, 50]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(type(arr))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'list'&gt;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type( ) 은 어떤 그릇인지 알려 줘요 → list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(tuple)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봉인된 도시락 — 6문제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괄호 없이 튜플 만들기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튜플 인덱싱 · 슬라이싱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튜플에서 위치 찾기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Q6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튜플 (tuple)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= (1, 2, 3)   t = 1, 2, 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괄호는 생략 가능, 쉼표가 핵심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t[2]   t[2:4]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리스트와 같음 (결과는 튜플)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메서드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index(x)   count(x)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딱 2개뿐!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특징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t[0] = 9  → TypeError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순서 O · 변경 X · del t 는 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괄호 없이 튜플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68535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68535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튜플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괄호( )를 사용하지 않고도 파이썬 튜플을 만들 수 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① Yes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58775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1, 2, 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(t, type(t))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394106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432511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 &lt;class 'tuple'&gt;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846320"/>
            <a:ext cx="4876495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484632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튜플을 만드는 핵심은 괄호가 아니라 '쉼표'!  값 1개면 t = 1, 처럼 쉼표 필수.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튜플 인덱싱 · 슬라이싱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출력 결과가 표시되도록 코드를 작성하시오. (print문 2개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(100, 200, 300, 400, 500)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9534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42816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268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300, 400   (원문 표기)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(tupl[2])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(tupl[2:4])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(300, 400)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306824"/>
            <a:ext cx="4876495" cy="1911096"/>
          </a:xfrm>
          <a:prstGeom prst="roundRect">
            <a:avLst>
              <a:gd name="adj" fmla="val 5742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306824"/>
            <a:ext cx="4419295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튜플을 자르면 결과도 튜플 → (300, 400) 처럼 괄호가 붙어 나와요. (원문의 '300, 400' 은 괄호가 빠진 표기)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튜플에서 위치 찾기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tupl 변수에서 35의 위치를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(10, 15, 20, 25, 30, 35, 40, 45, 50)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(tupl.index(35))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index(35) → 5 (0부터 세기). 튜플은 index · count 만 있어요.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튜플에서 개수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tupl 변수에서 20의 개수를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 = (10, 40, 20, 20, 10, 30, 20, 20, 10,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15, 20, 25, 30, 35, 20, 45, 50)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(tupl.count(20))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count(20) → 6.  리스트 · 문자열 · 튜플 모두 count 를 쓸 수 있어요.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튜플 설명 고르기 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87407" y="256032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87407" y="25603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튜플 특징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튜플에 대한 설명 중 옳은 것을 선택하시오.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① 튜플은 데이터의 순서를 유지한다.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07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튜플은 순서가 없다.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39242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9242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③ 일단 생성된 튜플은 변경할 수 없다.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7705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770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일단 생성된 튜플을 변경할 수 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① , ③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258775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(t[0])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순서 있음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66674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'z'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변경 불가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21538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81228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59943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'tuple' object does not support item assignment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5358384"/>
            <a:ext cx="4876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5358384"/>
            <a:ext cx="4419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튜플은 순서 O (인덱스 사용 가능),  변경 X.  순서가 없는 건 '집합'이에요.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2. 튜플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튜플 설명 고르기 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3.3 ② 변경 불가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튜플에 대한 설명 중 옳은 것을 선택하시오.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데이터를 제거할 수 있지만 업데이트할 수는 없다.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077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튜플을 삭제할 수 없다.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39242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9242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③ 튜플의 데이터를 삭제할 수 없다.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7705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770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④ 튜플의 데이터를 업데이트할 수 없다.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③ , ④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258775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(1, 2, 3)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t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통째로 삭제 OK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66674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'삭제 완료'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21538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81228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59943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삭제 완료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5120640"/>
            <a:ext cx="487649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5120640"/>
            <a:ext cx="4419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 안의 값은 삭제 ✗ · 수정 ✗ (③ ④).  하지만 del t 로 변수 자체는 지울 수 있어서 ② 는 틀려요.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(dict)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사전 — 13문제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딕셔너리 키의 조건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딕셔너리 만들기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키만 모아 보기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Q13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딕셔너리 (dict)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 = {'name': 'son', 'age': 31}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 키 : 값 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dic['name']   dic.get('name')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키로 찾기 (get 은 없으면 None)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모아 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keys()   values()   items()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· 값 · (키, 값)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 ·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dic['salary'] = 90000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있으면 변경, 없으면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pop(키)  popitem()  del dic[키]  clear()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· 마지막 쌍 · 키 · 전부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초기화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dict.fromkeys(dic, 0)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같은 키, 값은 모두 0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딕셔너리 키의 조건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딕셔너리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딕셔너리 키는 변경할 수 없어야 한다.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23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99232"/>
            <a:ext cx="5623560" cy="502920"/>
          </a:xfrm>
          <a:prstGeom prst="roundRect">
            <a:avLst>
              <a:gd name="adj" fmla="val 21818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9923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① Yes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58775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{(35, 129):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튜플 키 OK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 = {[35, 129]: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리스트 키 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394106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432511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unhashable type: 'list'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846320"/>
            <a:ext cx="4876495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484632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키는 숫자 · 문자열 · 튜플처럼 바뀌지 않는(immutable) 값만 가능. 리스트는 키가 될 수 없어요.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딕셔너리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딕셔너리 만들기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 아래와 같이 키(key)와 값(value)을 저장하고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31, 'number': 7}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343814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82219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31, 'number': 7}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343400"/>
            <a:ext cx="4876495" cy="1874520"/>
          </a:xfrm>
          <a:prstGeom prst="roundRect">
            <a:avLst>
              <a:gd name="adj" fmla="val 5854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4343400"/>
            <a:ext cx="441929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 'name' · 'age' · 'number' 에 값 'son' · 31 · 7 을 짝지어요. 숫자 값엔 따옴표 없이!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키만 모아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keys · values ·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키(key)를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(dic.keys())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dict_keys(['name', 'age', 'number'])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keys( ) → 키 목록.  list(dic.keys()) 로 리스트로 바꿀 수도 있어요.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값만 모아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keys · values ·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값(value)을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(dic.values())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dict_values(['son', 31, 7])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values( ) → 값 목록.  키와 값을 짝으로 보려면 items( )!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중첩 딕셔너리에서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⑤ 중첩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son의 나이를 출력하는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{1: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'male'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8862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2: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'karina'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'23'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178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178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'female'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(dic[1][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dic[1] → son 의 사전,  dic[1]['age'] → '31'.  여기서 1 은 번호가 아니라 '키' 예요! (값이 문자열 '31' 인 점도 확인)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pop 으로 키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age를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dic.pop(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'number': 7}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pop('age') → 키 age 와 값 31 을 함께 삭제 (꺼낸 값 31 을 돌려줌).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마지막 쌍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마지막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dic.popitem()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popitem( ) 은 마지막에 넣은 (키, 값) 쌍을 꺼내요 → ('number', 7) 삭제.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del 로 키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변수에서 age를 삭제하는 코드를 작성하시오. (del 명령)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'number': 7}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del dic['age'] — pop 과 결과는 같지만 꺼낸 값을 돌려주지 않아요.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Q9.  전부 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③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모든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dic.clear()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clear( ) → 빈 딕셔너리 { }.  리스트 · 딕셔너리 · 집합 모두 clear 가 있어요.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Q10.  값 변경하기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1919" y="256032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1919" y="25603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② 추가 · 변경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데이터에서 salary의 데이터를 90000 으로 변경하는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90000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31, 'salary': 90000}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있는 키 → 값이 바뀌어요(변경).  dic.update({'salary': 90000}) 도 정답!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Q11.  새 키 추가하기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1919" y="256032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1919" y="25603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② 추가 · 변경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데이터에서 number:7 의 데이터를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'number'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'son', 'age': 31, 'salary': 70000,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'number': 7}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4306824"/>
            <a:ext cx="4876495" cy="1911096"/>
          </a:xfrm>
          <a:prstGeom prst="roundRect">
            <a:avLst>
              <a:gd name="adj" fmla="val 5742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306824"/>
            <a:ext cx="4419295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없는 키 → 새로 추가.  10번(변경)과 코드 모양이 완전히 같아요!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Q12.  값을 모두 0으로 초기화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fromkeys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 변수의 데이터 값(value)을 모두 0으로 초기화하는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dict.fromkeys(dic, 0)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0, 'age': 0, 'salary': 0}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dict.fromkeys(dic, 0) — dic 의 키들로 새 사전을 만들고 값은 모두 0.  결과를 dic 에 다시 담는 것 잊지 말기!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3. 딕셔너리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Q13.  name 값 가져오는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3.4 ① 검색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보기에서 name에 대한 값(value)을 가져오는 올바른 방법을 고르시오. (2개)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6974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name = dic.get(2)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18211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② name = dic.get('name')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666744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0A1128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6674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name = dic[2]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151376"/>
            <a:ext cx="5623560" cy="411480"/>
          </a:xfrm>
          <a:prstGeom prst="roundRect">
            <a:avLst>
              <a:gd name="adj" fmla="val 26667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513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✓  ④ name = dic['name']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2744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029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9848" y="52029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1016" y="52029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54480" y="51297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" y="56052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605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70000}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1463040"/>
            <a:ext cx="48764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146304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② , ④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2240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코드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258775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27157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Shape 31"/>
          <p:cNvSpPr/>
          <p:nvPr/>
        </p:nvSpPr>
        <p:spPr>
          <a:xfrm>
            <a:off x="7013448" y="27157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7214616" y="27157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98080" y="264261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295351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3912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31181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(dic.get(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73912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33924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(dic.get(2))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29400" y="394106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81228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12280" y="432511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29400" y="5084064"/>
            <a:ext cx="4876495" cy="1133856"/>
          </a:xfrm>
          <a:prstGeom prst="roundRect">
            <a:avLst>
              <a:gd name="adj" fmla="val 9677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0" y="5084064"/>
            <a:ext cx="44192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get('name') · ④ dic['name'] 정답.  ① 은 키 2 가 없어 None,  ③ 은 KeyError: 2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(set)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중복 없는 출석부 — 8문제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집합에 1개 추가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에러 없이 삭제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Q3. 임의의 값 삭제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5568696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 Q8 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집합 (set)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add(x)   update(목록)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1개 · 여러 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discard(x)   remove(x)   pop()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안전 · 없으면 오류 · 아무거나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a.union(b)  a | 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합집합 (a 그대로)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원본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a.update(b)  a.intersection_update(b)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합집합 · 교집합을 a 에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원본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a.symmetric_difference_update(b)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공통만 빼고 a 에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집합에 1개 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①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 black 을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sets.add(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{'red', 'yellow', 'black', 'blue'}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add(값) 로 1개 추가.  집합은 순서가 없어서 출력 순서는 실행마다 다를 수 있어요.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에러 없이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②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변수에서 yellow를 삭제하는 코드를 작성하시오. 만약 삭제할 데이터가 없는 경우 에러가 발생하지 않도록 한다.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sets.discard(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{'red', 'blue'}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discard 는 없는 값이어도 조용히 넘어가요.  remove 는 없으면 KeyError → 이 문제에선 오답!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임의의 값 삭제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② 삭제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 변수에서 임의의 데이터를 삭제하는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sets.pop()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{'yellow', 'blue'}  (실행마다 다를 수 있음)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pop( ) 은 집합에서 아무 값이나 하나 꺼내요. 무엇이 빠질지는 정해져 있지 않아요.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Q4.  합집합을 새 변수에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변수의 데이터를 합쳐서 sets3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sets3 = sets1.union(sets2)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(sets3)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{'red', 'yellow', 'pink', 'black', 'blue'}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union( ) · | 는 새 집합을 만들고 sets1 · sets2 는 그대로.  sets3 = sets1 | sets2 도 정답!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Q5.  sets1 자체에 합치기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74175" y="25603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74175" y="256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_update 메서드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변수에 sets2 변수의 데이터를 합치는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sets1.update(sets2)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{'red', 'yellow', 'pink', 'black', 'blue'}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update( ) 는 sets1 원본에 바로 합쳐요 (union 의 _update 버전).  sets1 |= sets2 도 같아요.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Q6.  공통 값만 남기기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 모두 존재하는 데이터를 추출하여 sets1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sets1.intersection_update(sets2)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{'blue'}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intersection_update → sets1 이 교집합 {'blue'} 로 바뀌어요.  sets1 = sets1 &amp; sets2 도 정답!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Q7.  공통 값만 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9663" y="25603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9663" y="256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③ 집합 연산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변수와 sets2 변수 모두 존재하는 데이터만 빼고 sets1 변수에 넣는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sets1.symmetric_difference_update(sets2)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{'pink', 'red', 'yellow', 'black'}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symmetric_difference_update → 한쪽에만 있는 값만 남아요.  sets1 = sets1 ^ sets2 도 정답!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4. 집합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Q8.  sets2 전체를 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3.5 ① 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sets1 변수에 sets2 변수의 데이터 전체를 추가하는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'yellow'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sets2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'pink'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sets1.update(sets2)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(sets1)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316382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54787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{'red', 'yellow', 'pink', 'black', 'blue'}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4069080"/>
            <a:ext cx="4876495" cy="2148840"/>
          </a:xfrm>
          <a:prstGeom prst="roundRect">
            <a:avLst>
              <a:gd name="adj" fmla="val 5106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4069080"/>
            <a:ext cx="441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5번과 같은 문제(원문 중복) → update( ).  다른 방법: sets1 |= sets2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· 함수 연습문제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과 def — 2문제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Q1. 문자열 길이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Q2. 함수 만들기 — pi( 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변수 · 함수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  <a:gridCol w="332201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길이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len(text)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수 (공백 포함)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함수 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pi():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return 3.14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def 이름( ): + 4칸 들여쓰기 + return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함수 부르기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이름 + 괄호 → 값이 돌아옴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다시 이 표로 돌아오세요.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03. 데이터 구조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문자열 길이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2.4 함수 · len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687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text 변수에 저장된 문자열의 길이를 표시하는 코드를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'Standing on the shoulders of giants'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(len(text))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794760"/>
            <a:ext cx="4876495" cy="2423160"/>
          </a:xfrm>
          <a:prstGeom prst="roundRect">
            <a:avLst>
              <a:gd name="adj" fmla="val 4528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794760"/>
            <a:ext cx="44192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 ) 은 공백까지 모두 세요 → 35.  (거인의 어깨 위에 서서 — 뉴턴의 말)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5. 변수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Q2.  함수 만들기 — pi(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36431" y="256032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6431" y="256032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2.4 함수 · 05장 미리보기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059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아래와 같이 pi( ) 함수를 호출하여 3.14159265358979 가 표시되는 함수를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함수를 작성하시오.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67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4160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pi()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7548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1023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6868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4864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1810512"/>
            <a:ext cx="4876495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pi():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3.14159265358979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31638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(pi())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29400" y="371246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681228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12280" y="409651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629400" y="4617720"/>
            <a:ext cx="4876495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0" y="4617720"/>
            <a:ext cx="44192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def 로 함수를 만들고 return 으로 값을 돌려줘요. 노트북에선 마지막 줄 pi() 만 써도 값이 표시돼요. (함수는 05장에서 자세히!)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틀리는 포인트 TOP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끝 번호는 미포함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756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arr[2:5] 는 2 · 3 · 4번!  del arr[1:6] 도 5번까지만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50876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1608" y="16916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160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0248" y="1618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append vs extend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10248" y="20756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개를 하나씩 붙이려면 extend (또는 +)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reverse( ) ≠ 내림차순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01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내림차순은 sort(reverse=True)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3008" y="283464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30175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16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0248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pop 의 기준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10248" y="3401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pop(번호) · 딕셔너리 pop(키) · 집합 pop( ) 아무거나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2702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remove vs discard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7274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'없어도 에러 없이' → 집합은 discard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33008" y="416052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1608" y="43434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160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10248" y="42702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새로 vs 원본 변경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47274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union → 새 집합,  update · _update → 원본 변경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다시 풀기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틀린 문제는 번호를 적어 두고, 하루 뒤에 학생용 파일로 다시 풀어 보세요!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원문 확인 사항 — 실행 결과로 바로잡은 부분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693615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원문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실제 · 수정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리스트 Q2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'출결 결과가 표시되도록'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'출력 결과' 의 오타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튜플 Q2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목표 출력 '300, 400'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실제 출력은 (300, 400) — 튜플 괄호 포함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딕셔너리 Q5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son 의 나이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값이 문자열 '31' 로 저장되어 있음 (출력은 31)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집합 Q5 · Q8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두 문제의 코드 · 의도가 같음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같은 정답 update( ) — 중복 문제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집합 결과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출력 순서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집합은 순서가 없어 실행마다 순서가 다를 수 있음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방법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정답은 Python 3 에서 직접 실행해 결과를 확인했어요 (집합은 PYTHONHASHSEED=0 기준).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04. PBL 연습문제 · Chap02 PBL 연습문제 노트북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 · 04. PBL 연습문제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 · 04. PBL 연습문제 (정답 · 해설)</dc:title>
  <dc:subject>PptxGenJS Presentation</dc:subject>
  <dc:creator>김진성</dc:creator>
  <cp:lastModifiedBy>김진성</cp:lastModifiedBy>
  <cp:revision>1</cp:revision>
  <dcterms:created xsi:type="dcterms:W3CDTF">2026-10-05T17:41:12Z</dcterms:created>
  <dcterms:modified xsi:type="dcterms:W3CDTF">2026-10-05T17:41:12Z</dcterms:modified>
</cp:coreProperties>
</file>