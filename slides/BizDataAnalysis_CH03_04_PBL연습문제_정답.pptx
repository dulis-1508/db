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65bc61a-68eb-ed7f-e3ec-463b56e4093d}">
          <p14:sldIdLst>
            <p14:sldId id="256"/>
            <p14:sldId id="257"/>
          </p14:sldIdLst>
        </p14:section>
        <p14:section name="원문 PBL 문제" id="{5fed349b-9ebb-b4ec-caff-283a0b80878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보충 문제" id="{be7e6769-0f1b-f796-42b2-54337e8c2907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마무리" id="{5a5975d5-468e-d203-b6c8-4247c9f194f3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03장. 입력과 출력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  —  정답 · 해설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· 해설 활용법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먼저 풀기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학생용 파일로 직접 풀어 본 뒤 정답을 확인해요.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4858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399178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205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205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39258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비교하기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코드와 정답 코드 비교 — '다른 정답' 도 함께 적어 두었어요.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38237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2557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5437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95437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52637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 읽기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왜 그렇게 써야 하는지, 자주 하는 실수까지 확인!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69682" y="3520440"/>
            <a:ext cx="731520" cy="73152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562" y="37033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85800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덧셈 · 곱셈 · 나눗셈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 · int · print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59404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43286" y="3520440"/>
            <a:ext cx="731520" cy="73152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166" y="370332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3459404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파일 읽고 새로 저장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3550844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 · write · read (4문항)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233008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116890" y="3520440"/>
            <a:ext cx="731520" cy="73152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70" y="370332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233008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단어 수 세기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324448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 · split · len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9006611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890493" y="3520440"/>
            <a:ext cx="731520" cy="7315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373" y="3703320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006611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문제 7개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098051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강의 내용 복습 (원문에 없음)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기억하기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정답은 Python 3 에서 실제로 실행해 확인했어요 (입력값 50 · 10 등 예시 기준).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PBL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원문 PBL 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연습문제 노트북 — 3문제 6문항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1. 덧셈 · 곱셈 · 나눗셈 구하기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 텍스트 파일에서 데이터를 읽고 새로 저장하기 (2-1 ~ 2-4)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3. 텍스트 파일을 읽은 다음 단어 수 표시하기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준비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03장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  <a:gridCol w="268193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 입력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int(input('숫자 = '))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입력 → 정수로 변환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출력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print('결과는', a + b)   f'{값:,}'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콤마는 공백 1칸 · f-string 서식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몫 · 나눗셈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/ b → 5.0      a // b →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/ 는 항상 실수,  // 는 몫(정수)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 쓰기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= open('x.txt', 'w', encoding='utf-8')  f.write('…\n')  f.close()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w 는 새로 쓰기 (덮어쓰기)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 읽기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= open('x.txt', 'r', encoding='utf-8')  data = f.read()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전체를 문자열 하나로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단어 수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len(data.split())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공백 · 줄바꿈 기준으로 잘라 세기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03장 강의 슬라이드로 돌아가 보세요.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1. 덧셈 · 곱셈 · 나눗셈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숫자 두 개로 덧셈 · 곱셈 · 나눗셈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98687" y="256032"/>
            <a:ext cx="2807208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98687" y="25603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 입력문 · 1-2 int(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두 개를 입력받은 다음, 해당 숫자에 대한 덧셈, 곱셈, 나눗셈을 표시하는 프로그램을 작성하시오.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5623560" cy="3520440"/>
          </a:xfrm>
          <a:prstGeom prst="roundRect">
            <a:avLst>
              <a:gd name="adj" fmla="val 3117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697480"/>
            <a:ext cx="5166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int(input( )) 으로 숫자 변환이 핵심!  a / b 는 실수 5.0 이 나와요. 목표 출력처럼 5 를 보려면 몫 연산 // 또는 int(a / b).  (print 의 콤마가 공백을 1칸 더 넣어서 '는  60' 처럼 두 칸)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정답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print(f'나눗셈 결과는  {a / b:.0f}')  — f-string 으로 소수점 없이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1810512"/>
            <a:ext cx="4876495" cy="1975104"/>
          </a:xfrm>
          <a:prstGeom prst="roundRect">
            <a:avLst>
              <a:gd name="adj" fmla="val 463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39128" y="23408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340864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int(input(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'첫번째 숫자를 입력하세요 =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39128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596896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int(input(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'두번째 숫자를 입력하세요 =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28529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852928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'덧셈의 결과는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 + b)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3108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108960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'곱셈의 결과는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 * b)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39128" y="3364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364992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'나눗셈 결과는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 // b)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895344"/>
            <a:ext cx="4876495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812280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28455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4279392"/>
            <a:ext cx="4510735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첫번째 숫자를 입력하세요 =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두번째 숫자를 입력하세요 =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덧셈의 결과는  60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곱셈의 결과는  500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나눗셈 결과는  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2번 문제 한눈에 보기 — exam.txt 를 new.txt 로 복사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exam.txt 만들기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open(…, 'w')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 ) × 4줄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36392" y="256032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500018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1538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31538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00018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exam.txt 읽기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37178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open(…, 'r')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 ) → print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50610" y="256032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4237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5757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5757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14237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new.txt 에 저장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51397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 ) 한 data 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 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64829" y="256032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128455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9975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59975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28455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new.txt 읽기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65615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 ) → print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같으면 성공!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1560" y="4069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8872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📄 exam.txt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 (4줄)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66160" y="4425696"/>
            <a:ext cx="64008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4343400" y="40690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4069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data (문자열 변수)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read( ) 로 읽어 온 내용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89520" y="4425696"/>
            <a:ext cx="64008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8366760" y="4069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📄 new.txt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 ) 로 저장한 복사본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534924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복사 = '읽어서(r) 변수에 담고 → 다른 파일에 그대로 쓰기(w)'.  2-1 을 먼저 실행해야 2-2 ~ 3번이 동작해요!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Q2-1.  exam.txt 파일 만들어 저장하기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79815" y="25603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9815" y="256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3-3 write(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58191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5819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파일을 만들어 아래의 내용을 저장하시오.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10820095" cy="2286000"/>
          </a:xfrm>
          <a:prstGeom prst="roundRect">
            <a:avLst>
              <a:gd name="adj" fmla="val 400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3682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23682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1016" y="23682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2295144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606040"/>
            <a:ext cx="108200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277063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70632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'exam.txt'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3580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35808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'우리는 민족 중흥의 역사적 사명을 띠고 이 땅에 태어났다.\n'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0098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00984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'조상의 빛난 얼을 오늘에 되살려,\n'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66160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66160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'안으로 자주 독립의 자세를 확립하고,\n'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831336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831336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'밖으로 인류 공영에 이바지할 때다.\n'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09651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096512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663440"/>
            <a:ext cx="525002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6868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47488"/>
            <a:ext cx="48842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(화면 출력 없음 — 왼쪽 📁 파일 패널에 exam.txt 생성)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55868" y="4663440"/>
            <a:ext cx="5250028" cy="1554480"/>
          </a:xfrm>
          <a:prstGeom prst="roundRect">
            <a:avLst>
              <a:gd name="adj" fmla="val 7059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84468" y="4663440"/>
            <a:ext cx="47928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'w' 모드는 파일이 없으면 새로 만들어요. 줄마다 끝에 \n 을 붙여야 4줄로 저장돼요. (encoding='utf-8' 은 한글 안전장치)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정답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네 문장을 이은 문자열 하나를 write( ) 한 번에 써도 OK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Q2-2.  exam.txt 읽어서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98687" y="256032"/>
            <a:ext cx="2807208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98687" y="25603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3-2 read(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파일의 데이터(내용)를 읽어서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exam.txt 파일의 내용을 읽는다.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'exam.txt'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f.read()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7391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31638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29400" y="3712464"/>
            <a:ext cx="4876495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681228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4096512"/>
            <a:ext cx="451073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629400" y="5303520"/>
            <a:ext cx="487649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0" y="5303520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read( ) 는 파일 전체를 문자열 하나로 돌려줘요. data 에 담아 두면 2-3 · 3번에서도 활용!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정답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문으로 열면 close( ) 자동!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Q2-3.  new.txt 로 복사해 저장하기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36431" y="256032"/>
            <a:ext cx="2569464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6431" y="256032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3-2 + 3-3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58191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5819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파일의 데이터(내용)를 새로운 new.txt 파일에 저장하시오.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10820095" cy="2286000"/>
          </a:xfrm>
          <a:prstGeom prst="roundRect">
            <a:avLst>
              <a:gd name="adj" fmla="val 400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3682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23682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1016" y="23682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2295144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606040"/>
            <a:ext cx="108200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277063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70632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'exam.txt'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3580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35808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f.read()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0098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00984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66160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66160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'new.txt'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831336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831336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f.write(data)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09651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096512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663440"/>
            <a:ext cx="525002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68680" y="4754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47488"/>
            <a:ext cx="48842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(화면 출력 없음 — 파일 패널에 new.txt 생성)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55868" y="4663440"/>
            <a:ext cx="5250028" cy="1554480"/>
          </a:xfrm>
          <a:prstGeom prst="roundRect">
            <a:avLst>
              <a:gd name="adj" fmla="val 7059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84468" y="4663440"/>
            <a:ext cx="47928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복사 = '읽어서 → 그대로 쓰기'. 두 파일을 각각 열고 닫는 게 포인트예요. (2-2 에서 data 를 이미 읽었다면 아래 3줄만으로도 OK)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정답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문 두 개로 써도 같아요 (close 자동)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Q2-4.  new.txt 읽어서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98687" y="256032"/>
            <a:ext cx="2807208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98687" y="25603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3-2 read(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새로운 new.txt 파일의 데이터(내용)를 읽어서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new.txt에서 데이터를 읽는다.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(f.read())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29400" y="3438144"/>
            <a:ext cx="4876495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822192"/>
            <a:ext cx="451073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29400" y="5029200"/>
            <a:ext cx="487649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5029200"/>
            <a:ext cx="4419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와 같은 내용이 나오면 복사 성공! 다르게 나오면 2-3 에서 write(data) 와 close( ) 를 빠뜨렸는지 확인하세요.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3. 단어 수 세기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텍스트 파일의 단어 수 표시하기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79815" y="25603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9815" y="256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3-4 split(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파일의 데이터(내용)를 읽어서 텍스트 파일 내의 단어 수를 표시하는 프로그램을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290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텍스트 파일 내의 총 단어의 수는 24 개입니다.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810512"/>
            <a:ext cx="4876495" cy="2066544"/>
          </a:xfrm>
          <a:prstGeom prst="roundRect">
            <a:avLst>
              <a:gd name="adj" fmla="val 4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'exam.txt'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f.read()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391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16382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data.split()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43814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'텍스트 파일 내의 총 단어의 수는'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len(words),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'개입니다.'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398678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812280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437083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텍스트 파일 내의 총 단어의 수는 24 개입니다.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4864608"/>
            <a:ext cx="4876495" cy="1353312"/>
          </a:xfrm>
          <a:prstGeom prst="roundRect">
            <a:avLst>
              <a:gd name="adj" fmla="val 8108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4864608"/>
            <a:ext cx="4419295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split( ) 은 공백과 줄바꿈을 모두 기준으로 잘라요 → 4줄에서 단어 24개.  print 의 콤마가 '24' 앞뒤에 공백을 넣어 목표 출력과 똑같아져요.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정답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print(f'텍스트 파일 내의 총 단어의 수는 {len(words)} 개입니다.')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B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03장 강의 내용 복습 — 원문에 없는 추가 연습 7문제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B1 입력 + f-string · B2 sep · B3 end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B4 f-string 서식 · B5 이스케이프 문자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B6 'a' 모드 판매 장부 · B7 readlines 줄 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B1.  입력받아 내년 나이 알려 주기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14055" y="25603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4055" y="256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1-2 int( ) · 2-3 f-string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이름과 나이를 입력받아 아래처럼 출력하시오. (f-string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  (밑줄 = 키보드로 입력한 값)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862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154680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 :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나이 :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홍길동님은 내년에 21살입니다.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Shape 17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8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'이름 :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'나이 :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'{name}님은 내년에 {age + 1}살입니다.'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3438144"/>
            <a:ext cx="4876495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28455" y="3529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822192"/>
            <a:ext cx="451073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 :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나이 :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홍길동님은 내년에 21살입니다.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4791456"/>
            <a:ext cx="4876495" cy="1426464"/>
          </a:xfrm>
          <a:prstGeom prst="roundRect">
            <a:avLst>
              <a:gd name="adj" fmla="val 7692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4791456"/>
            <a:ext cx="44192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age 를 int( ) 로 바꾸지 않으면 age + 1 에서 TypeError.  이름은 글자라서 변환하지 않아요.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B2.  sep 로 날짜 · 전화번호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2-2 sep=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한 번씩만 사용하여 아래처럼 출력하시오. (sep=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m, d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'03'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'01'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2025/03/01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010-1234-5678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(y, m, d, sep=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'1234'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'5678'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163824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54787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2025/03/01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010-1234-5678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4279392"/>
            <a:ext cx="4876495" cy="1938528"/>
          </a:xfrm>
          <a:prstGeom prst="roundRect">
            <a:avLst>
              <a:gd name="adj" fmla="val 5660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4279392"/>
            <a:ext cx="4419295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 는 값 '사이사이' 에만 들어가요. 맨 앞 · 맨 뒤에는 붙지 않아요.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B3.  end 로 한 줄에 이어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2-2 end=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를 3번 사용하되, 결과는 한 줄로 나오게 하시오. (end=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290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2 → 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end=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→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end=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→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343814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82219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2 → 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4315968"/>
            <a:ext cx="4876495" cy="1901952"/>
          </a:xfrm>
          <a:prstGeom prst="roundRect">
            <a:avLst>
              <a:gd name="adj" fmla="val 5769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4315968"/>
            <a:ext cx="44192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end 의 기본값 '\n' 을 ' → ' 로 바꿔 줄바꿈을 막았어요. 마지막 print 는 기본값(줄바꿈) 그대로!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B4.  f-string 서식으로 보고하기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74175" y="256032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74175" y="2560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2-3 f-string 서식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 변수를 이용해 목표 출력처럼 표시하시오. (천 단위 쉼표, 백분율 소수 1자리)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3450000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49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0.125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42569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773168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57216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매출 3,450,000원 · 달성률 12.5%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1810512"/>
            <a:ext cx="4876495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'매출 {sales:,}원 · 달성률 {rate:.1%}'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288950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8122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327355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매출 3,450,000원 · 달성률 12.5%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3767328"/>
            <a:ext cx="4876495" cy="2450592"/>
          </a:xfrm>
          <a:prstGeom prst="roundRect">
            <a:avLst>
              <a:gd name="adj" fmla="val 4478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0" y="3767328"/>
            <a:ext cx="4419295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:, 는 숫자 자체를 바꾸지 않고 '보여 주는 모양' 만 바꿔요.  .1% 는 ×100 후 소수 1자리 + % 기호.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B5.  이스케이프 문자로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2-4 이스케이프 문자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58191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5819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한 번으로 아래 두 줄을 출력하시오. (\n, \" 사용)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10820095" cy="960120"/>
          </a:xfrm>
          <a:prstGeom prst="roundRect">
            <a:avLst>
              <a:gd name="adj" fmla="val 95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3682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23682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1016" y="23682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2295144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606040"/>
            <a:ext cx="108200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277063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70632"/>
            <a:ext cx="10042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"그는 \"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 최고!\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라고 말했다.\n저장 위치 : C:\\data"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337560"/>
            <a:ext cx="525002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721608"/>
            <a:ext cx="4884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그는 "파이썬 최고!" 라고 말했다.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 위치 : C:\data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55868" y="3337560"/>
            <a:ext cx="5250028" cy="2880360"/>
          </a:xfrm>
          <a:prstGeom prst="roundRect">
            <a:avLst>
              <a:gd name="adj" fmla="val 3810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4468" y="3337560"/>
            <a:ext cx="479282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바깥을 작은따옴표로 감싸면 \" 없이 " 를 쓸 수도 있어요.  역슬래시를 하나만 쓰면 \d 처럼 이상한 글자로 인식될 수 있어 \\ 로!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B6.  'a' 모드로 판매 장부 쌓기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3-1 모드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log.txt 에 'a' 모드로 두 번 기록한 뒤, 파일 전체를 읽어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day1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'3월 1일 : 아메리카노 12잔'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75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day2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'3월 2일 : 아메리카노 15잔'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151376"/>
            <a:ext cx="5623560" cy="2066544"/>
          </a:xfrm>
          <a:prstGeom prst="roundRect">
            <a:avLst>
              <a:gd name="adj" fmla="val 5310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51376"/>
            <a:ext cx="51663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'a' 는 기존 내용 뒤에 덧붙여요. 셀을 여러 번 실행하면 기록이 계속 쌓이니 주의! (처음부터 다시 하려면 'w' 로 한 번 비우기)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10512"/>
            <a:ext cx="4876495" cy="2487168"/>
          </a:xfrm>
          <a:prstGeom prst="roundRect">
            <a:avLst>
              <a:gd name="adj" fmla="val 36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39128" y="23408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340864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'log.txt'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39128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596896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f.write(day1 +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28529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852928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739128" y="3108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3108960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'log.txt'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739128" y="3364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3364992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f.write(day2 +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36210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3621024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739128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223760" y="3877056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'log.txt'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).read())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29400" y="4407408"/>
            <a:ext cx="48764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812280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812280" y="4791456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3월 1일 : 아메리카노 12잔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3월 2일 : 아메리카노 15잔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  ·  정답 · 해설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B7.  exam.txt 의 줄 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3199" y="2560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3199" y="256032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3-2 readlines( ) · with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를 readlines( ) 로 읽어 줄 수를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15468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exam.txt 는 4줄입니다.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463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코드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810512"/>
            <a:ext cx="487649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9385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13448" y="19385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4616" y="19385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1865376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예시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176272"/>
            <a:ext cx="48764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3408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'exam.txt'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61518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= f.readlines()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88950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'exam.txt 는 {len(lines)}줄입니다.'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3438144"/>
            <a:ext cx="487649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122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822192"/>
            <a:ext cx="451073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exam.txt 는 4줄입니다.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4315968"/>
            <a:ext cx="4876495" cy="1901952"/>
          </a:xfrm>
          <a:prstGeom prst="roundRect">
            <a:avLst>
              <a:gd name="adj" fmla="val 5769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4315968"/>
            <a:ext cx="44192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해설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readlines( ) → ['우리는 …\n', '조상의 …\n', …] 리스트.  len( ) 으로 칸 수 = 줄 수.  with 문이라 close( ) 도 자동!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틀리는 포인트 TOP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input 은 문자열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756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계산 전에 int( ) · float( ) 로 변환!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150876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1608" y="16916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160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10248" y="16184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/ 와 //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10248" y="20756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 / 10 = 5.0,  50 // 10 = 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9443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\n 빠뜨리기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015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 ) 는 자동 줄바꿈이 없어요 — 줄 끝에 \n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3008" y="283464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30175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160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10248" y="29443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close( ) 잊기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10248" y="34015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닫지 않으면 내용이 저장되지 않을 수 있어요 (with 추천)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2702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'w' 의 덮어쓰기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7274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기존 내용이 사라져요 — 이어 쓰기는 'a'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33008" y="4160520"/>
            <a:ext cx="5272888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1608" y="43434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160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10248" y="42702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순서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010248" y="472744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를 만드는 2-1 을 먼저 실행해야 2-2 · 3번 OK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다시 풀기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틀린 문제는 번호를 적어 두고, 하루 뒤에 학생용 파일로 다시 풀어 보세요!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원문 확인 사항 — 실행 결과로 바로잡은 부분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333695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위치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원문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실제 · 수정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1번 출력 화면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'나눗셈 결과는 5'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 / b 는 5.0 — 5 로 보이려면 // 또는 int( 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2-1 저장 내용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'조상의 ○난 얼을' — 첫 글자 오타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'빛난' 의 오타로 보여 슬라이드는 '빛난' 으로 표기 (단어 수 24 는 동일)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2-3 노트북 주석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'새로운 net.txt 파일로'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문제와 같이 new.txt 가 맞음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3번 단어 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24 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split( ) 결과 24 개로 일치 ✓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12064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문제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B1 ~ B7 은 원문에 없는 문제로, 03장 강의 내용을 복습하도록 추가했어요.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방법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정답은 Python 3 에서 입력값을 넣어 직접 실행해 확인했어요.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03장 · 04. PBL 연습문제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- 03장 · 04. PBL 연습문제 (정답 · 해설)</dc:title>
  <dc:subject>PptxGenJS Presentation</dc:subject>
  <dc:creator>김진성</dc:creator>
  <cp:lastModifiedBy>김진성</cp:lastModifiedBy>
  <cp:revision>1</cp:revision>
  <dcterms:created xsi:type="dcterms:W3CDTF">2026-10-05T23:06:34Z</dcterms:created>
  <dcterms:modified xsi:type="dcterms:W3CDTF">2026-10-05T23:06:34Z</dcterms:modified>
</cp:coreProperties>
</file>