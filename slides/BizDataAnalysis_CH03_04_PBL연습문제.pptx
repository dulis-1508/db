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43a3076-d74a-0050-608f-e607733c7d5e}">
          <p14:sldIdLst>
            <p14:sldId id="256"/>
            <p14:sldId id="257"/>
          </p14:sldIdLst>
        </p14:section>
        <p14:section name="원문 PBL 문제" id="{9dffecae-7ca2-ffdb-a0ff-7815157d3c5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보충 문제" id="{162ddf90-b6a4-8eb3-97fc-3efa94dae18d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마무리" id="{df12c449-466c-2d9c-5d65-849a140de116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03장. 입력과 출력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 —  원문 3문제(6문항) + 보충 7문제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연습문제 활용법 — 이렇게 풀어 보세요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문제 읽기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목표 출력과 '키보드로 입력할 값' 을 먼저 확인해요.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4858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399178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205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205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39258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노트북에서 작성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노트북의 빈 셀에 코드를 입력하고 실행해요.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38237" y="21671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2557" y="1554480"/>
            <a:ext cx="3393338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5437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95437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52637" y="1709928"/>
            <a:ext cx="2616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비교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95437" y="2194560"/>
            <a:ext cx="3073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목표 출력과 같으면 성공! 다르면 힌트를 다시 읽어요.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69682" y="3520440"/>
            <a:ext cx="731520" cy="73152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62" y="37033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800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덧셈 · 곱셈 · 나눗셈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input · int · print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59404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43286" y="3520440"/>
            <a:ext cx="731520" cy="73152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166" y="37033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459404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파일 읽고 새로 저장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3550844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 · write · read (4문항)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233008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116890" y="3520440"/>
            <a:ext cx="731520" cy="73152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70" y="370332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233008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단어 수 세기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324448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 · split · len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9006611" y="3337560"/>
            <a:ext cx="2499284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890493" y="3520440"/>
            <a:ext cx="731520" cy="731520"/>
          </a:xfrm>
          <a:prstGeom prst="ellipse">
            <a:avLst/>
          </a:prstGeom>
          <a:solidFill>
            <a:srgbClr val="F472B6">
              <a:alpha val="45000"/>
            </a:srgbClr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373" y="3703320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006611" y="43434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문제 7개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098051" y="475488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강의 내용 복습 (원문에 없음)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준비물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2번 → 3번은 이어지는 문제예요! 2-1 에서 만든 exam.txt 를 3번에서도 써요.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PBL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원문 PBL 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연습문제 노트북 — 3문제 6문항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1. 덧셈 · 곱셈 · 나눗셈 구하기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 텍스트 파일에서 데이터를 읽고 새로 저장하기 (2-1 ~ 2-4)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3. 텍스트 파일을 읽은 다음 단어 수 표시하기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준비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풀기 전 1분 복습 — 03장 치트 시트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  <a:gridCol w="268193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분류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 입력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int(input('숫자 = '))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입력 → 정수로 변환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출력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print('결과는', a + b)   f'{값:,}'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콤마는 공백 1칸 · f-string 서식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몫 · 나눗셈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/ b → 5.0      a // b →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/ 는 항상 실수,  // 는 몫(정수)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 쓰기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= open('x.txt', 'w', encoding='utf-8')  f.write('…\n')  f.close()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w 는 새로 쓰기 (덮어쓰기)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 읽기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= open('x.txt', 'r', encoding='utf-8')  data = f.read()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전체를 문자열 하나로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단어 수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len(data.split())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공백 · 줄바꿈 기준으로 잘라 세기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준비 완료?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표를 보지 않고 풀 수 있으면 최고! 막히면 03장 강의 슬라이드로 돌아가 보세요.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요약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1. 덧셈 · 곱셈 · 나눗셈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Q1.  숫자 두 개로 덧셈 · 곱셈 · 나눗셈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 입력문 · 1-2 int(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두 개를 입력받은 다음, 해당 숫자에 대한 덧셈, 곱셈, 나눗셈을 표시하는 프로그램을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  (밑줄 = 키보드로 입력한 값)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136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429000"/>
            <a:ext cx="5257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첫번째 숫자를 입력하세요 =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두번째 숫자를 입력하세요 =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덧셈의 결과는  60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곱셈의 결과는  500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나눗셈 결과는 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input( ) 은 문자열 → int( ) 로 감싸기  ② 나눗셈 결과가 5.0 이 아니라 5 로 나오려면?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2번 문제 한눈에 보기 — exam.txt 를 new.txt 로 복사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exam.txt 만들기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open(…, 'w')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 ) × 4줄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36392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500018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1538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31538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00018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exam.txt 읽기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37178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open(…, 'r')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→ print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50610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4237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5757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5757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14237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new.txt 에 저장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51397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한 data 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 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64829" y="2560320"/>
            <a:ext cx="290474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128455" y="160020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9975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59975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28455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new.txt 읽기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65615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 ) → print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같으면 성공!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51560" y="4069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8872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📄 exam.txt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 (4줄)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66160" y="4425696"/>
            <a:ext cx="64008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1" name="Shape 29"/>
          <p:cNvSpPr/>
          <p:nvPr/>
        </p:nvSpPr>
        <p:spPr>
          <a:xfrm>
            <a:off x="4343400" y="40690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4069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data (문자열 변수)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 로 읽어 온 내용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89520" y="4425696"/>
            <a:ext cx="640080" cy="292608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8366760" y="4069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0" y="4069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📄 new.txt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write( ) 로 저장한 복사본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534924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복사 = '읽어서(r) 변수에 담고 → 다른 파일에 그대로 쓰기(w)'.  2-1 을 먼저 실행해야 2-2 ~ 3번이 동작해요!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Q2-1.  exam.txt 파일 만들어 저장하기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79815" y="2560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9815" y="256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3-3 write(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파일을 만들어 아래의 내용을 저장하시오.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exam.txt 파일에 국민교육헌장 내용을 저장한다.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저장할 내용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297680"/>
            <a:ext cx="1280160" cy="27432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저장할 내용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open(파일 이름, 'w') → write( ) 로 한 줄씩 + \n → close( 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Q2-2.  exam.txt 읽어서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read(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읽어서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exam.txt 파일의 내용을 읽는다.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'r' 모드로 열고 read( ) 로 전체를 문자열로!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Q2-3.  new.txt 로 복사해 저장하기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36431" y="256032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6431" y="256032"/>
            <a:ext cx="2569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+ 3-3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새로운 new.txt 파일에 저장하시오.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새로운 net.txt 파일로 데이터를 저장한다.   (원문 주석 — new.txt 의 오타)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읽기(r) 로 data 를 가져와서 → 쓰기(w) 로 다른 이름의 파일에 write( 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2. 파일 읽고 새로 저장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Q2-4.  new.txt 읽어서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98687" y="256032"/>
            <a:ext cx="2807208" cy="329184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98687" y="25603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3-2 read(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2-4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새로운 new.txt 파일의 데이터(내용)를 읽어서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new.txt에서 데이터를 읽는다.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우리는 민족 중흥의 역사적 사명을 띠고 이 땅에 태어났다.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조상의 빛난 얼을 오늘에 되살려,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안으로 자주 독립의 자세를 확립하고,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밖으로 인류 공영에 이바지할 때다.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2-2 와 똑같이, 파일 이름만 new.txt 로!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PBL 3. 단어 수 세기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Q3.  텍스트 파일의 단어 수 표시하기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79815" y="2560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79815" y="256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 파일 · 3-4 split(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파일의 데이터(내용)를 읽어서 텍스트 파일 내의 단어 수를 표시하는 프로그램을 작성하시오.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텍스트 파일 내의 총 단어의 수는 24 개입니다.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 → split( ) 으로 단어 리스트 → len( ) 으로 개수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B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문제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03장 강의 내용 복습 — 원문에 없는 추가 연습 7문제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B1 입력 + f-string · B2 sep · B3 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B4 f-string 서식 · B5 이스케이프 문자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B6 'a' 모드 판매 장부 · B7 readlines 줄 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B1.  입력받아 내년 나이 알려 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14055" y="25603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14055" y="2560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1-2 int( ) · 2-3 f-string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이름과 나이를 입력받아 아래처럼 출력하시오. (f-string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  (밑줄 = 키보드로 입력한 값)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862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▮ = 키보드로 입력한 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154680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나이 : </a:t>
            </a:r>
            <a:pPr indent="0" marL="0">
              <a:lnSpc>
                <a:spcPts val="1740"/>
              </a:lnSpc>
              <a:buNone/>
            </a:pPr>
            <a:r>
              <a:rPr lang="en-US" sz="1200" b="1" u="sng" dirty="0">
                <a:solidFill>
                  <a:srgbClr val="FACC15"/>
                </a:solidFill>
                <a:uFill>
                  <a:solidFill>
                    <a:srgbClr val="FACC15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홍길동님은 내년에 21살입니다.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이름은 문자열 그대로, 나이는 int( ) 로! { } 안에 계산식도 OK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B2.  sep 로 날짜 · 전화번호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 sep=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한 번씩만 사용하여 아래처럼 출력하시오. (sep=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69264"/>
          </a:xfrm>
          <a:prstGeom prst="roundRect">
            <a:avLst>
              <a:gd name="adj" fmla="val 943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m, d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'2025'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'03'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'01'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87705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2025/03/01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010-1234-5678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 사이에 들어갈 기호를 sep= 로 정해요.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B3.  end 로 한 줄에 이어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2-2 end=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를 3번 사용하되, 결과는 한 줄로 나오게 하시오. (end=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2900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→ 2 →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앞의 두 print 는 줄바꿈 대신 ' → ' 를 붙이면?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B4.  f-string 서식으로 보고하기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74175" y="256032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74175" y="256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2-3 f-string 서식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765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7876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변수를 이용해 목표 출력처럼 표시하시오. (천 단위 쉼표, 백분율 소수 1자리)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44952"/>
            <a:ext cx="562356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7296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317296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317296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309981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1071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3450000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49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0.125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42569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773168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864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57216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매출 3,450,000원 · 달성률 12.5%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{값:,} 천 단위,  {값:.1%} 백분율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B5.  이스케이프 문자로 출력하기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30791" y="256032"/>
            <a:ext cx="1975104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30791" y="256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2-4 이스케이프 문자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한 번으로 아래 두 줄을 출력하시오. (\n, \" 사용)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546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그는 "파이썬 최고!" 라고 말했다.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저장 위치 : C:\data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큰따옴표 안의 큰따옴표는 \",  줄바꿈 \n,  역슬래시 자체는 \\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B6.  'a' 모드로 판매 장부 쌓기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06279" y="256032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06279" y="2560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3-1 모드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log.txt 에 'a' 모드로 두 번 기록한 뒤, 파일 전체를 읽어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주어진 코드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1243584"/>
          </a:xfrm>
          <a:prstGeom prst="roundRect">
            <a:avLst>
              <a:gd name="adj" fmla="val 735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986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" y="28986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71016" y="28986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2825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Chap03 PBL 노트북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36392"/>
            <a:ext cx="5623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day1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'3월 1일 : 아메리카노 12잔'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753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'3월 2일 : 아메리카노 15잔'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15137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498848"/>
            <a:ext cx="5623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88289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3월 1일 : 아메리카노 12잔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3월 2일 : 아메리카노 15잔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'w' 로 두 번 쓰면 마지막 것만 남아요. 이어 쓰려면?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PBL 연습문제  ·  보충 문제 (원문에 없음)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B7.  exam.txt 의 줄 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3199" y="256032"/>
            <a:ext cx="3282696" cy="329184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3199" y="256032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3-2 readlines( ) · with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562356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650492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16504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463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를 readlines( ) 로 읽어 줄 수를 출력하시오.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231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출력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5623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54680"/>
            <a:ext cx="5257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exam.txt 는 4줄입니다.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4876495" cy="1234440"/>
          </a:xfrm>
          <a:prstGeom prst="roundRect">
            <a:avLst>
              <a:gd name="adj" fmla="val 8889"/>
            </a:avLst>
          </a:prstGeom>
          <a:solidFill>
            <a:srgbClr val="10193A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4419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힌트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readlines( ) 는 줄마다 한 칸씩 담긴 리스트!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2880360"/>
            <a:ext cx="4876495" cy="3291840"/>
          </a:xfrm>
          <a:prstGeom prst="roundRect">
            <a:avLst>
              <a:gd name="adj" fmla="val 2778"/>
            </a:avLst>
          </a:prstGeom>
          <a:solidFill>
            <a:srgbClr val="070D20"/>
          </a:solidFill>
          <a:ln w="15240">
            <a:solidFill>
              <a:srgbClr val="818CF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✍  내 답안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270248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4745736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5221224"/>
            <a:ext cx="4327855" cy="0"/>
          </a:xfrm>
          <a:prstGeom prst="line">
            <a:avLst/>
          </a:prstGeom>
          <a:noFill/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571500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빈 셀에 직접 작성 → 실행 → 목표 출력과 비교!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03장 강의 슬라이드 내용 기반 보충 문제 (원문에 없음)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04. PBL 연습문제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 풀었나요? — 셀프 체크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계산기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int(input( )) · 덧셈 · 곱셈 · 나눗셈 출력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파일 복사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exam.txt 만들기 → 읽기 → new.txt 저장 → 확인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단어 수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read( ) → split( ) → len( ) = 24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B1 ~ B4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 · sep · end · f-string 서식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보충 B5 ~ B7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이스케이프 · 'a' 모드 · readlines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확인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정답 · 해설 파일로 채점하고 다시 풀기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정답 파일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BizDataAnalysis_CH03_04_PBL연습문제_정답.pptx — 풀고 나서 열어 보세요!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03장 04. PBL · Chap03 PBL 연습문제 노트북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03장 · 04. PBL 연습문제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- 03장 · 04. PBL 연습문제</dc:title>
  <dc:subject>PptxGenJS Presentation</dc:subject>
  <dc:creator>김진성</dc:creator>
  <cp:lastModifiedBy>김진성</cp:lastModifiedBy>
  <cp:revision>1</cp:revision>
  <dcterms:created xsi:type="dcterms:W3CDTF">2026-10-05T23:06:34Z</dcterms:created>
  <dcterms:modified xsi:type="dcterms:W3CDTF">2026-10-05T23:06:34Z</dcterms:modified>
</cp:coreProperties>
</file>